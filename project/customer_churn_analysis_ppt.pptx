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604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339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540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801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29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644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83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940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961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81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23213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0348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40303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2897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4055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265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787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25"/>
            <a:ext cx="8229600" cy="783022"/>
          </a:xfrm>
        </p:spPr>
        <p:txBody>
          <a:bodyPr/>
          <a:lstStyle/>
          <a:p>
            <a:r>
              <a:rPr dirty="0"/>
              <a:t>Monthly Sales Trend (Revenue)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7869" y="4778628"/>
            <a:ext cx="600" cy="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Insight:</a:t>
            </a:r>
          </a:p>
          <a:p>
            <a:r>
              <a:rPr dirty="0"/>
              <a:t>• Revenue trend shows how sales fluctuate month-to-month across the platform.</a:t>
            </a:r>
          </a:p>
          <a:p>
            <a:r>
              <a:rPr dirty="0"/>
              <a:t>• Peaks indicate seasonal demand or successful promotional campaigns.</a:t>
            </a:r>
          </a:p>
          <a:p>
            <a:endParaRPr dirty="0"/>
          </a:p>
          <a:p>
            <a:r>
              <a:rPr dirty="0"/>
              <a:t>Recommendation:</a:t>
            </a:r>
          </a:p>
          <a:p>
            <a:r>
              <a:rPr dirty="0"/>
              <a:t>• Run marketing campaigns before historically high‑performing months.</a:t>
            </a:r>
          </a:p>
          <a:p>
            <a:r>
              <a:rPr dirty="0"/>
              <a:t>• Investigate low‑revenue months and introduce targeted discounts.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CBFE17-FE80-B2B7-52F6-F93DD1DDF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69" y="1048429"/>
            <a:ext cx="7128338" cy="35105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374" y="0"/>
            <a:ext cx="8229600" cy="924232"/>
          </a:xfrm>
        </p:spPr>
        <p:txBody>
          <a:bodyPr/>
          <a:lstStyle/>
          <a:p>
            <a:r>
              <a:rPr dirty="0"/>
              <a:t>On‑Time vs Late Deliveries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7198" y="4886782"/>
            <a:ext cx="600" cy="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Insight:</a:t>
            </a:r>
          </a:p>
          <a:p>
            <a:r>
              <a:rPr dirty="0"/>
              <a:t>• Delivery performance distribution shows how often orders arrive late vs on time.</a:t>
            </a:r>
          </a:p>
          <a:p>
            <a:r>
              <a:rPr dirty="0"/>
              <a:t>• Higher late deliveries may indicate logistics or courier inefficiencies.</a:t>
            </a:r>
          </a:p>
          <a:p>
            <a:endParaRPr dirty="0"/>
          </a:p>
          <a:p>
            <a:r>
              <a:rPr dirty="0"/>
              <a:t>Recommendation:</a:t>
            </a:r>
          </a:p>
          <a:p>
            <a:r>
              <a:rPr dirty="0"/>
              <a:t>• Improve logistics coordination with delivery partners.</a:t>
            </a:r>
          </a:p>
          <a:p>
            <a:r>
              <a:rPr dirty="0"/>
              <a:t>• Implement real‑time tracking and proactive delay notifications.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7A393-5097-FEDB-EC0B-838DADE5F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215" y="924232"/>
            <a:ext cx="5964063" cy="3365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204" y="46031"/>
            <a:ext cx="7383977" cy="806910"/>
          </a:xfrm>
        </p:spPr>
        <p:txBody>
          <a:bodyPr>
            <a:normAutofit/>
          </a:bodyPr>
          <a:lstStyle/>
          <a:p>
            <a:r>
              <a:rPr sz="3200" dirty="0"/>
              <a:t>Top Product Categories by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4" y="4857285"/>
            <a:ext cx="600" cy="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Insight:</a:t>
            </a:r>
          </a:p>
          <a:p>
            <a:r>
              <a:rPr dirty="0"/>
              <a:t>• Some product categories contribute disproportionately to total revenue.</a:t>
            </a:r>
          </a:p>
          <a:p>
            <a:r>
              <a:rPr dirty="0"/>
              <a:t>• Identifies the most profitable segments of the marketplace.</a:t>
            </a:r>
          </a:p>
          <a:p>
            <a:endParaRPr dirty="0"/>
          </a:p>
          <a:p>
            <a:r>
              <a:rPr dirty="0"/>
              <a:t>Recommendation:</a:t>
            </a:r>
          </a:p>
          <a:p>
            <a:r>
              <a:rPr dirty="0"/>
              <a:t>• Prioritize marketing for top‑performing categories.</a:t>
            </a:r>
          </a:p>
          <a:p>
            <a:r>
              <a:rPr dirty="0"/>
              <a:t>• Expand inventory and supplier partnerships in high‑revenue segments.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241F00-D10A-E8FC-E796-303917C46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4" y="1133235"/>
            <a:ext cx="7068744" cy="31634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0361" y="117987"/>
            <a:ext cx="8425645" cy="610028"/>
          </a:xfrm>
        </p:spPr>
        <p:txBody>
          <a:bodyPr>
            <a:normAutofit/>
          </a:bodyPr>
          <a:lstStyle/>
          <a:p>
            <a:r>
              <a:rPr sz="2800" dirty="0"/>
              <a:t>Impact of Delivery Delay on Customer Churn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534" y="4837621"/>
            <a:ext cx="600" cy="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Insight:</a:t>
            </a:r>
          </a:p>
          <a:p>
            <a:r>
              <a:rPr dirty="0"/>
              <a:t>• Customers experiencing late deliveries show higher churn probability.</a:t>
            </a:r>
          </a:p>
          <a:p>
            <a:r>
              <a:rPr dirty="0"/>
              <a:t>• Delivery experience is a strong driver of customer retention.</a:t>
            </a:r>
          </a:p>
          <a:p>
            <a:endParaRPr dirty="0"/>
          </a:p>
          <a:p>
            <a:r>
              <a:rPr dirty="0"/>
              <a:t>Recommendation:</a:t>
            </a:r>
          </a:p>
          <a:p>
            <a:r>
              <a:rPr dirty="0"/>
              <a:t>• Prioritize faster fulfillment for repeat customers.</a:t>
            </a:r>
          </a:p>
          <a:p>
            <a:r>
              <a:rPr dirty="0"/>
              <a:t>• Offer compensation or discounts when deliveries are significantly delayed.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BA40AB-2076-F472-09D5-AAEEAD8E4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34" y="974172"/>
            <a:ext cx="6881331" cy="35000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213" y="11625"/>
            <a:ext cx="8229600" cy="706130"/>
          </a:xfrm>
        </p:spPr>
        <p:txBody>
          <a:bodyPr>
            <a:normAutofit/>
          </a:bodyPr>
          <a:lstStyle/>
          <a:p>
            <a:r>
              <a:rPr dirty="0"/>
              <a:t>Customer Churn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" y="4549676"/>
            <a:ext cx="7663123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Insight:</a:t>
            </a:r>
          </a:p>
          <a:p>
            <a:r>
              <a:rPr dirty="0"/>
              <a:t>• Shows the proportion of customers who churned vs retained.</a:t>
            </a:r>
          </a:p>
          <a:p>
            <a:r>
              <a:rPr dirty="0"/>
              <a:t>• Helps understand the overall churn severity in the dataset.</a:t>
            </a:r>
          </a:p>
          <a:p>
            <a:endParaRPr dirty="0"/>
          </a:p>
          <a:p>
            <a:endParaRPr lang="en-IN" dirty="0"/>
          </a:p>
          <a:p>
            <a:r>
              <a:rPr dirty="0"/>
              <a:t>Recommendation:</a:t>
            </a:r>
          </a:p>
          <a:p>
            <a:r>
              <a:rPr dirty="0"/>
              <a:t>• Launch retention campaigns for customers with declining purchase frequency.</a:t>
            </a:r>
          </a:p>
          <a:p>
            <a:r>
              <a:rPr dirty="0"/>
              <a:t>• Introduce loyalty programs for repeat customers.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040FC9-F397-B118-010D-744E1CD94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202" y="1133353"/>
            <a:ext cx="6043366" cy="30007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27</TotalTime>
  <Words>257</Words>
  <Application>Microsoft Office PowerPoint</Application>
  <PresentationFormat>On-screen Show (4:3)</PresentationFormat>
  <Paragraphs>41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Facet</vt:lpstr>
      <vt:lpstr>Monthly Sales Trend (Revenue)</vt:lpstr>
      <vt:lpstr>On‑Time vs Late Deliveries</vt:lpstr>
      <vt:lpstr>Top Product Categories by Revenue</vt:lpstr>
      <vt:lpstr>Impact of Delivery Delay on Customer Churn</vt:lpstr>
      <vt:lpstr>Customer Churn Distribution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mohd arman</dc:creator>
  <cp:keywords/>
  <dc:description>generated using python-pptx</dc:description>
  <cp:lastModifiedBy>mohd arman</cp:lastModifiedBy>
  <cp:revision>2</cp:revision>
  <dcterms:created xsi:type="dcterms:W3CDTF">2013-01-27T09:14:16Z</dcterms:created>
  <dcterms:modified xsi:type="dcterms:W3CDTF">2026-03-10T10:30:19Z</dcterms:modified>
  <cp:category/>
</cp:coreProperties>
</file>